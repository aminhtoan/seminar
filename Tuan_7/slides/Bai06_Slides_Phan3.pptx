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Mã nguồn đến Sản xuất với GenAI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Bài 06 | Phần 3: Chương 12–16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F2FE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Bai06 | Phần 3: From Code to Production with GenAI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 Phần 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 áp dụng GenAI vào toàn bộ SDLC – không chỉ viết code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xuyên suốt: Five S's + Prompt Engineering nâng cao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Ch12: Docstring &amp; Tài liệu hóa mã nguồn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Ch13: Unit Tests &amp; Test-Driven Development (TDD)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Ch14: Profiling, Runtime &amp; Memory Management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Ch15: Logging, Monitoring, Error Handling (Go-live)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Ch16: Kiến trúc, Xu hướng &amp; Tương lai GenAI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liệu hóa Mã nguồn với GenAI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822960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12 – Docstring &amp; Documentation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41148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43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 (Before)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645920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không có docstring khó maintain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/doc vanilla output không theo chuẩn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Thiếu mô tả Args, Returns, Raises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thể dùng help() hiệu quả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4114800" cy="4572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143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 (After)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645920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'Write Google-style docstring...'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định rõ: Args/Returns/Raises/Example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nhất quán, có thể generate HTML docs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Miller's Law: docstring giúp hiểu nhanh hơn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Ch12 – Google Style Docstring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3474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34440"/>
            <a:ext cx="8321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calculate_distance(dist_type: str, a: np.ndarray, b: np.ndarray):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"""Calculate distance between two NumPy arrays.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Args: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dist_type (str): 'L1' or 'L2'.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 (np.ndarray): First input array.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 (np.ndarray): Second array, same shape as `a`.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float | None: Distance value, or None if invalid.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Example: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&gt;&gt;&gt; calculate_distance('L2', a, b)  # → 5.0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'Write a Google-style docstring with Args, Returns, Raises, Example sections'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và Bảo trì Kiểm thử Đơn vị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82296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13 – Unit Tests với GenAI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tiết kiệm đáng kể thời gian viết unit tests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Copilot: @workspace /setupTests → chọn pytest hoặc unittest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Copilot: @workspace /tests generate unit tests for [function]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tests: @pytest.mark.parametrize cho nhiều input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TDD: Viết test TRƯỚC, implement code SAU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pytest.mark.parametrize('text,n,expected', [...])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test_create_ngrams(text, n, expected):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create_ngrams(text, n) == expected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" y="45720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dụ: create_ngrams() – 17 test cases, tất cả pass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cho Quản lý Runtime và Bộ nhớ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822960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– Fibonacci Optimization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2743200" cy="169164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4173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168ms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274320" y="21031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fibonacci_recursive(35)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O(2^n) – không dùng được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46120" y="1280160"/>
            <a:ext cx="2743200" cy="169164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46120" y="14173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0.004ms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246120" y="21031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fibonacci_iterative(35)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– tối ưu nhất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2743200" cy="169164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4173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42,000×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217920" y="21031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Cải thiện tốc độ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tối ưu với GenAI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14 – Chained Prompts để Tối ưu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3474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34440"/>
            <a:ext cx="8321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Chain 1: Profiling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'Profile fibonacci_recursive for n=5,10,20,30,35'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Chain 2: Phân tích complexity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'Explain why fibonacci_recursive is O(2^n)'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Chain 3: Tối ưu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'Optimize to O(n) time complexity'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Chain 4: Memory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'Optimize get_top_video() to avoid loading full CSV'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GenAI gợi ý: dùng generator thay vì pd.read_csv()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Chained prompts: mỗi prompt build trên kết quả prompt trước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Đưa GenAI vào Hoạt động: Logging &amp; Monitoring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8229600" cy="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15 – Single Responsibility Principle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41148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43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Cluttered (Bad)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645920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+ validation + logic trong 1 hàm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phạm Single Responsibility Principle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test, hard to reuse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thường suggest kiểu này với prompt đơn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4114800" cy="4572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143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Decorator Pattern (Good)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645920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@log_call: logging riêng biệt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@count_calls: monitoring riêng biệt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@validate_input: validation riêng biệt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function chỉ có logic thuần túy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Ch15 – Decorator Pattern với CoT Prompts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3474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34440"/>
            <a:ext cx="8321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CoT Prompt: mỗi decorator = 1 prompt riêng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@log_call           # Prompt 1: 'Write logging decorator'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@count_calls        # Prompt 2: 'Write call counter decorator'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@validate_input     # Prompt 3: 'Write validation decorator'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@timeit             # Prompt 4: 'Write timing decorator'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print_fizzbuzz(limit: int) -&gt; list[str]: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Core: clean, 8-line logic only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[]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range(1, limit + 1):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... FizzBuzz logic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result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quả: SRP-compliant, testable, reusable decorators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0"/>
          </a:xfrm>
          <a:prstGeom prst="rect">
            <a:avLst/>
          </a:prstGeom>
          <a:solidFill>
            <a:srgbClr val="0215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trúc, Thiết kế và Tương lai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8229600" cy="0"/>
          </a:xfrm>
          <a:prstGeom prst="line">
            <a:avLst/>
          </a:prstGeom>
          <a:noFill/>
          <a:ln w="19050">
            <a:solidFill>
              <a:srgbClr val="021526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16 – Sự trỗi dậy của GenAI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2012: AlexNet → Computer Vision revolution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2017: Transformer architecture – 'Attention is All You Need'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2020: GPT-3 (175B parameters)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2022: ChatGPT – AI đến tay người dùng đại chúng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2023: GPT-4 (~1.76T parameters), GitHub Copilot phổ biến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2027: Gartner dự đoán 50% SE dùng AI coding tools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Tương lai: Multi-agent systems, AI architects, vibe coding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và Tương lai Software Engineering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2743200" cy="169164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4173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274320" y="21031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dùng AI tools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(Gartner 2027)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46120" y="1280160"/>
            <a:ext cx="2743200" cy="169164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46120" y="14173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$25/mo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246120" y="21031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phí GenAI tools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 tại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2743200" cy="169164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4173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217920" y="21031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vs GPT-3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count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hiệu quả nhất khi dùng đúng kỹ thuật prompt engineering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S's + CoT + Few-shot = công thức cho production-ready code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biệt concerns: docstring, test, logging theo từng prompt riêng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không thay thế developer – nó làm developer mạnh hơn 10×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Bai06_ProductionGenAI_HoTen_MaSV_Nhom??.zip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Bai06 - Production GenAI</dc:title>
  <dc:subject>PptxGenJS Presentation</dc:subject>
  <dc:creator>PptxGenJS</dc:creator>
  <cp:lastModifiedBy>PptxGenJS</cp:lastModifiedBy>
  <cp:revision>1</cp:revision>
  <dcterms:created xsi:type="dcterms:W3CDTF">2026-03-25T07:19:34Z</dcterms:created>
  <dcterms:modified xsi:type="dcterms:W3CDTF">2026-03-25T07:19:34Z</dcterms:modified>
</cp:coreProperties>
</file>